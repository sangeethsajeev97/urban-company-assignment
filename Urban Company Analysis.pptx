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94815"/>
            <a:ext cx="7772400" cy="1470025"/>
          </a:xfrm>
        </p:spPr>
        <p:txBody>
          <a:bodyPr/>
          <a:lstStyle/>
          <a:p>
            <a:r>
              <a:t>Cleaning Quality &amp; Utilization Performance – UAE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 Report | 2-Month Period</a:t>
            </a:r>
          </a:p>
          <a:p>
            <a:r>
              <a:t>Metrics Measured: Average Rating &amp; Utilization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3182"/>
            <a:ext cx="8229600" cy="1143000"/>
          </a:xfrm>
        </p:spPr>
        <p:txBody>
          <a:bodyPr/>
          <a:lstStyle/>
          <a:p>
            <a:r>
              <a:t>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1220"/>
            <a:ext cx="8229600" cy="4525963"/>
          </a:xfrm>
        </p:spPr>
        <p:txBody>
          <a:bodyPr>
            <a:normAutofit fontScale="90000" lnSpcReduction="20000"/>
          </a:bodyPr>
          <a:lstStyle/>
          <a:p>
            <a:r>
              <a:t>Overall Performance Summary:</a:t>
            </a:r>
          </a:p>
          <a:p/>
          <a:p>
            <a:pPr marL="0" indent="457200">
              <a:buNone/>
            </a:pPr>
            <a:r>
              <a:t>• Overall Average Rating: 4.64</a:t>
            </a:r>
          </a:p>
          <a:p>
            <a:pPr marL="0" indent="457200">
              <a:buNone/>
            </a:pPr>
            <a:r>
              <a:t>• Average Daily Duration: 2.42 hrs</a:t>
            </a:r>
          </a:p>
          <a:p>
            <a:pPr marL="0" indent="457200">
              <a:buNone/>
            </a:pPr>
            <a:r>
              <a:t>• Total Cleaners: 246</a:t>
            </a:r>
          </a:p>
          <a:p>
            <a:pPr marL="0" indent="457200">
              <a:buNone/>
            </a:pPr>
            <a:r>
              <a:t>• Total Companies: 9</a:t>
            </a:r>
          </a:p>
          <a:p>
            <a:pPr marL="0" indent="457200">
              <a:buNone/>
            </a:pPr>
            <a:r>
              <a:t>• Total Bookings: 27,003</a:t>
            </a:r>
          </a:p>
          <a:p/>
          <a:p>
            <a:r>
              <a:t>The analysis focuses on two key metrics — service quality (rating) and cleaner utilization.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Rating by Company</a:t>
            </a:r>
          </a:p>
        </p:txBody>
      </p:sp>
      <p:pic>
        <p:nvPicPr>
          <p:cNvPr id="3" name="Picture 2" descr="Screenshot 2025-10-28 2201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188"/>
            <a:ext cx="8229600" cy="1143000"/>
          </a:xfrm>
        </p:spPr>
        <p:txBody>
          <a:bodyPr/>
          <a:lstStyle/>
          <a:p>
            <a:r>
              <a:t>Distribution of Average Daily Utilization</a:t>
            </a:r>
          </a:p>
        </p:txBody>
      </p:sp>
      <p:pic>
        <p:nvPicPr>
          <p:cNvPr id="3" name="Picture 2" descr="Screenshot 2025-10-28 2202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2494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Between Utilization and Rating</a:t>
            </a:r>
          </a:p>
        </p:txBody>
      </p:sp>
      <p:pic>
        <p:nvPicPr>
          <p:cNvPr id="3" name="Picture 2" descr="Screenshot 2025-10-28 2202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1163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Key Insights:</a:t>
            </a:r>
            <a:endParaRPr sz="2000"/>
          </a:p>
          <a:p>
            <a:pPr marL="0" indent="457200">
              <a:buNone/>
            </a:pPr>
            <a:r>
              <a:rPr sz="2000"/>
              <a:t>• Companies AH, KL, and ST show highest customer satisfaction (&gt;4.6).</a:t>
            </a:r>
            <a:endParaRPr sz="2000"/>
          </a:p>
          <a:p>
            <a:pPr marL="0" indent="457200">
              <a:buNone/>
            </a:pPr>
            <a:r>
              <a:rPr sz="2000"/>
              <a:t>• Average cleaner utilization ~5 hrs/day; potential to optimize schedules.</a:t>
            </a:r>
            <a:endParaRPr sz="2000"/>
          </a:p>
          <a:p>
            <a:pPr marL="0" indent="457200">
              <a:buNone/>
            </a:pPr>
            <a:r>
              <a:rPr sz="2000"/>
              <a:t>• Positive correlation between utilization and rating — efficient cleaners </a:t>
            </a:r>
            <a:r>
              <a:rPr lang="en-US" sz="2000"/>
              <a:t>	   </a:t>
            </a:r>
            <a:r>
              <a:rPr sz="2000"/>
              <a:t>perform better.</a:t>
            </a:r>
            <a:endParaRPr sz="2000"/>
          </a:p>
          <a:p>
            <a:endParaRPr sz="2000"/>
          </a:p>
          <a:p>
            <a:r>
              <a:rPr sz="2000"/>
              <a:t>Recommendations:</a:t>
            </a:r>
            <a:endParaRPr sz="2000"/>
          </a:p>
          <a:p>
            <a:pPr marL="0" indent="457200">
              <a:buNone/>
            </a:pPr>
            <a:r>
              <a:rPr sz="2000"/>
              <a:t>️⃣ Retrain cleaners with &lt;4.0 rating.</a:t>
            </a:r>
            <a:endParaRPr sz="2000"/>
          </a:p>
          <a:p>
            <a:pPr marL="0" indent="457200">
              <a:buNone/>
            </a:pPr>
            <a:r>
              <a:rPr sz="2000"/>
              <a:t>️⃣ Assign low-utilized cleaners to peak-hour slots (10:00–22:00).</a:t>
            </a:r>
            <a:endParaRPr sz="2000"/>
          </a:p>
          <a:p>
            <a:pPr marL="0" indent="457200">
              <a:buNone/>
            </a:pPr>
            <a:r>
              <a:rPr sz="2000"/>
              <a:t>️⃣ Prioritize repeat clients for top-rated cleaners.</a:t>
            </a:r>
            <a:endParaRPr sz="2000"/>
          </a:p>
          <a:p>
            <a:pPr marL="0" indent="457200">
              <a:buNone/>
            </a:pPr>
            <a:r>
              <a:rPr sz="2000"/>
              <a:t>️⃣ Monitor performance weekly via dashboards.</a:t>
            </a:r>
            <a:endParaRPr sz="2000"/>
          </a:p>
          <a:p>
            <a:pPr marL="0" indent="457200">
              <a:buNone/>
            </a:pPr>
            <a:r>
              <a:rPr sz="2000"/>
              <a:t>️⃣ Reward top 10% performers (Rating + Utilization).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WPS Presentation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Cleaning Quality &amp; Utilization Performance – UAE</vt:lpstr>
      <vt:lpstr>Performance Overview</vt:lpstr>
      <vt:lpstr>Average Rating by Company</vt:lpstr>
      <vt:lpstr>Distribution of Average Daily Utilization</vt:lpstr>
      <vt:lpstr>Correlation Between Utilization and Rating</vt:lpstr>
      <vt:lpstr>Key Insights &amp; 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Sangeeth S</cp:lastModifiedBy>
  <cp:revision>3</cp:revision>
  <dcterms:created xsi:type="dcterms:W3CDTF">2013-01-27T09:14:00Z</dcterms:created>
  <dcterms:modified xsi:type="dcterms:W3CDTF">2025-10-29T08:45:35Z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8227A4CBF0454BA0838FEB3BEF12D7DD_12</vt:lpwstr>
  </property>
  <property fmtid="{D5CDD505-2E9C-101B-9397-08002B2CF9AE}" pid="3" name="KSOProductBuildVer">
    <vt:lpwstr>1033-12.2.0.23131</vt:lpwstr>
  </property>
</Properties>
</file>